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Manutenção Prescritiva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FastAPI + PostgreSQL/pgvector + Streamlit + IA/RAG com evidências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Problema do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Prever e prescrever ações para falhas em máquinas rotativas.</a:t>
            </a:r>
          </a:p>
          <a:p>
            <a:pPr>
              <a:spcAft>
                <a:spcPts val="1000"/>
              </a:spcAft>
              <a:defRPr sz="2100"/>
            </a:pPr>
            <a:r>
              <a:t>Consultar histórico de sensores e documentos técnicos.</a:t>
            </a:r>
          </a:p>
          <a:p>
            <a:pPr>
              <a:spcAft>
                <a:spcPts val="1000"/>
              </a:spcAft>
              <a:defRPr sz="2100"/>
            </a:pPr>
            <a:r>
              <a:t>Bloquear recomendações quando não houver documentação.</a:t>
            </a:r>
          </a:p>
          <a:p>
            <a:pPr>
              <a:spcAft>
                <a:spcPts val="1000"/>
              </a:spcAft>
              <a:defRPr sz="2100"/>
            </a:pPr>
            <a:r>
              <a:t>Apresentar resultados em dashboard interativo.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Arquitetura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Clean Architecture com domínio independente de frameworks.</a:t>
            </a:r>
          </a:p>
          <a:p>
            <a:pPr>
              <a:spcAft>
                <a:spcPts val="1000"/>
              </a:spcAft>
              <a:defRPr sz="2100"/>
            </a:pPr>
            <a:r>
              <a:t>PostgreSQL/pgvector para histórico, JSONB e embeddings.</a:t>
            </a:r>
          </a:p>
          <a:p>
            <a:pPr>
              <a:spcAft>
                <a:spcPts val="1000"/>
              </a:spcAft>
              <a:defRPr sz="2100"/>
            </a:pPr>
            <a:r>
              <a:t>FastAPI para contrato OpenAPI e integração industrial.</a:t>
            </a:r>
          </a:p>
          <a:p>
            <a:pPr>
              <a:spcAft>
                <a:spcPts val="1000"/>
              </a:spcAft>
              <a:defRPr sz="2100"/>
            </a:pPr>
            <a:r>
              <a:t>Streamlit para apresentação visual e chat documental.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Pipeline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StandardScaler + PCA para normalização auditável.</a:t>
            </a:r>
          </a:p>
          <a:p>
            <a:pPr>
              <a:spcAft>
                <a:spcPts val="1000"/>
              </a:spcAft>
              <a:defRPr sz="2100"/>
            </a:pPr>
            <a:r>
              <a:t>Isolation Forest para score de anomalia.</a:t>
            </a:r>
          </a:p>
          <a:p>
            <a:pPr>
              <a:spcAft>
                <a:spcPts val="1000"/>
              </a:spcAft>
              <a:defRPr sz="2100"/>
            </a:pPr>
            <a:r>
              <a:t>Embeddings sentence-transformers para eventos e documentos.</a:t>
            </a:r>
          </a:p>
          <a:p>
            <a:pPr>
              <a:spcAft>
                <a:spcPts val="1000"/>
              </a:spcAft>
              <a:defRPr sz="2100"/>
            </a:pPr>
            <a:r>
              <a:t>Busca híbrida: semântica + reforço lexical por defeito.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Controle anti-alucinação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Sem documento relacionado, a resposta é unsupported.</a:t>
            </a:r>
          </a:p>
          <a:p>
            <a:pPr>
              <a:spcAft>
                <a:spcPts val="1000"/>
              </a:spcAft>
              <a:defRPr sz="2100"/>
            </a:pPr>
            <a:r>
              <a:t>LLM opera somente sobre evidências recuperadas.</a:t>
            </a:r>
          </a:p>
          <a:p>
            <a:pPr>
              <a:spcAft>
                <a:spcPts val="1000"/>
              </a:spcAft>
              <a:defRPr sz="2100"/>
            </a:pPr>
            <a:r>
              <a:t>Trechos de documentos são exibidos como fonte.</a:t>
            </a:r>
          </a:p>
          <a:p>
            <a:pPr>
              <a:spcAft>
                <a:spcPts val="1000"/>
              </a:spcAft>
              <a:defRPr sz="2100"/>
            </a:pPr>
            <a:r>
              <a:t>Feedback humano alimenta melhoria contínua.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Deploy industrial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Docker Compose local; caminho natural para Kubernetes.</a:t>
            </a:r>
          </a:p>
          <a:p>
            <a:pPr>
              <a:spcAft>
                <a:spcPts val="1000"/>
              </a:spcAft>
              <a:defRPr sz="2100"/>
            </a:pPr>
            <a:r>
              <a:t>Redis/Celery para tarefas assíncronas.</a:t>
            </a:r>
          </a:p>
          <a:p>
            <a:pPr>
              <a:spcAft>
                <a:spcPts val="1000"/>
              </a:spcAft>
              <a:defRPr sz="2100"/>
            </a:pPr>
            <a:r>
              <a:t>Prometheus e logs JSON para observabilidade.</a:t>
            </a:r>
          </a:p>
          <a:p>
            <a:pPr>
              <a:spcAft>
                <a:spcPts val="1000"/>
              </a:spcAft>
              <a:defRPr sz="2100"/>
            </a:pPr>
            <a:r>
              <a:t>Pronto para OIDC, API Gateway, Kafka/MQTT e MLflow.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1. Subir docker compose.</a:t>
            </a:r>
          </a:p>
          <a:p>
            <a:pPr>
              <a:spcAft>
                <a:spcPts val="1000"/>
              </a:spcAft>
              <a:defRPr sz="2100"/>
            </a:pPr>
            <a:r>
              <a:t>2. Executar migrations e seed demo.</a:t>
            </a:r>
          </a:p>
          <a:p>
            <a:pPr>
              <a:spcAft>
                <a:spcPts val="1000"/>
              </a:spcAft>
              <a:defRPr sz="2100"/>
            </a:pPr>
            <a:r>
              <a:t>3. Enviar evento cocked_rotor_2.</a:t>
            </a:r>
          </a:p>
          <a:p>
            <a:pPr>
              <a:spcAft>
                <a:spcPts val="1000"/>
              </a:spcAft>
              <a:defRPr sz="2100"/>
            </a:pPr>
            <a:r>
              <a:t>4. Validar recomendação com evidência.</a:t>
            </a:r>
          </a:p>
          <a:p>
            <a:pPr>
              <a:spcAft>
                <a:spcPts val="1000"/>
              </a:spcAft>
              <a:defRPr sz="2100"/>
            </a:pPr>
            <a:r>
              <a:t>5. Trocar para falha sem documento e comprovar bloqueio.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Resultado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API e dashboard funcionando como MVP enterprise.</a:t>
            </a:r>
          </a:p>
          <a:p>
            <a:pPr>
              <a:spcAft>
                <a:spcPts val="1000"/>
              </a:spcAft>
              <a:defRPr sz="2100"/>
            </a:pPr>
            <a:r>
              <a:t>Arquitetura extensível para ambiente industrial.</a:t>
            </a:r>
          </a:p>
          <a:p>
            <a:pPr>
              <a:spcAft>
                <a:spcPts val="1000"/>
              </a:spcAft>
              <a:defRPr sz="2100"/>
            </a:pPr>
            <a:r>
              <a:t>Entrega cobre API, banco, dashboard, deploy, IA e documentação.</a:t>
            </a:r>
          </a:p>
          <a:p>
            <a:pPr>
              <a:spcAft>
                <a:spcPts val="1000"/>
              </a:spcAft>
              <a:defRPr sz="2100"/>
            </a:pPr>
            <a:r>
              <a:t>Base sólida para apresentação técnica e evolução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